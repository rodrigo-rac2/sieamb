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Lst>
  <p:sldSz cx="18288000" cy="10287000"/>
  <p:notesSz cx="6858000" cy="9144000"/>
  <p:embeddedFontLst>
    <p:embeddedFont>
      <p:font typeface="Garet" panose="020B0604020202020204" charset="0"/>
      <p:regular r:id="rId7"/>
    </p:embeddedFont>
    <p:embeddedFont>
      <p:font typeface="Garet Bold" panose="020B0604020202020204" charset="0"/>
      <p:regular r:id="rId8"/>
    </p:embeddedFont>
    <p:embeddedFont>
      <p:font typeface="Garet Heavy" panose="020B0604020202020204" charset="0"/>
      <p:regular r:id="rId9"/>
    </p:embeddedFont>
    <p:embeddedFont>
      <p:font typeface="Garet Ultra-Bold" panose="020B0604020202020204" charset="0"/>
      <p:regular r:id="rId10"/>
    </p:embeddedFont>
    <p:embeddedFont>
      <p:font typeface="Lora" pitchFamily="2" charset="0"/>
      <p:regular r:id="rId11"/>
      <p:bold r:id="rId12"/>
      <p:italic r:id="rId13"/>
      <p:boldItalic r:id="rId14"/>
    </p:embeddedFont>
    <p:embeddedFont>
      <p:font typeface="Lora Bold" pitchFamily="2" charset="0"/>
      <p:regular r:id="rId15"/>
      <p:bold r:id="rId16"/>
    </p:embeddedFont>
    <p:embeddedFont>
      <p:font typeface="Lora Italics"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4EA745-24E6-4447-BC00-C3D5A22708E0}" v="54" dt="2026-10-23T15:21:35.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font" Target="fonts/font9.fntdata"/><Relationship Id="rId10" Type="http://schemas.openxmlformats.org/officeDocument/2006/relationships/font" Target="fonts/font4.fntdata"/><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grpSp>
        <p:nvGrpSpPr>
          <p:cNvPr id="32" name="Group 32"/>
          <p:cNvGrpSpPr/>
          <p:nvPr/>
        </p:nvGrpSpPr>
        <p:grpSpPr>
          <a:xfrm>
            <a:off x="1453794" y="4387853"/>
            <a:ext cx="10303979" cy="164160"/>
            <a:chOff x="0" y="0"/>
            <a:chExt cx="2713805" cy="43236"/>
          </a:xfrm>
        </p:grpSpPr>
        <p:sp>
          <p:nvSpPr>
            <p:cNvPr id="33" name="Freeform 33"/>
            <p:cNvSpPr/>
            <p:nvPr/>
          </p:nvSpPr>
          <p:spPr>
            <a:xfrm>
              <a:off x="0" y="0"/>
              <a:ext cx="2713805" cy="43236"/>
            </a:xfrm>
            <a:custGeom>
              <a:avLst/>
              <a:gdLst/>
              <a:ahLst/>
              <a:cxnLst/>
              <a:rect l="l" t="t" r="r" b="b"/>
              <a:pathLst>
                <a:path w="2713805" h="43236">
                  <a:moveTo>
                    <a:pt x="0" y="0"/>
                  </a:moveTo>
                  <a:lnTo>
                    <a:pt x="2713805" y="0"/>
                  </a:lnTo>
                  <a:lnTo>
                    <a:pt x="2713805" y="43236"/>
                  </a:lnTo>
                  <a:lnTo>
                    <a:pt x="0" y="43236"/>
                  </a:lnTo>
                  <a:close/>
                </a:path>
              </a:pathLst>
            </a:custGeom>
            <a:solidFill>
              <a:srgbClr val="40531B"/>
            </a:solidFill>
          </p:spPr>
        </p:sp>
        <p:sp>
          <p:nvSpPr>
            <p:cNvPr id="34" name="TextBox 34"/>
            <p:cNvSpPr txBox="1"/>
            <p:nvPr/>
          </p:nvSpPr>
          <p:spPr>
            <a:xfrm>
              <a:off x="0" y="-38100"/>
              <a:ext cx="2713805" cy="81336"/>
            </a:xfrm>
            <a:prstGeom prst="rect">
              <a:avLst/>
            </a:prstGeom>
          </p:spPr>
          <p:txBody>
            <a:bodyPr lIns="50800" tIns="50800" rIns="50800" bIns="50800" rtlCol="0" anchor="ctr"/>
            <a:lstStyle/>
            <a:p>
              <a:pPr algn="ctr">
                <a:lnSpc>
                  <a:spcPts val="2659"/>
                </a:lnSpc>
                <a:spcBef>
                  <a:spcPct val="0"/>
                </a:spcBef>
              </a:pPr>
              <a:endParaRPr/>
            </a:p>
          </p:txBody>
        </p:sp>
      </p:grpSp>
      <p:sp>
        <p:nvSpPr>
          <p:cNvPr id="35" name="TextBox 35"/>
          <p:cNvSpPr txBox="1"/>
          <p:nvPr/>
        </p:nvSpPr>
        <p:spPr>
          <a:xfrm>
            <a:off x="1453794" y="2816062"/>
            <a:ext cx="13045017" cy="845184"/>
          </a:xfrm>
          <a:prstGeom prst="rect">
            <a:avLst/>
          </a:prstGeom>
        </p:spPr>
        <p:txBody>
          <a:bodyPr lIns="0" tIns="0" rIns="0" bIns="0" rtlCol="0" anchor="t">
            <a:spAutoFit/>
          </a:bodyPr>
          <a:lstStyle/>
          <a:p>
            <a:pPr algn="l">
              <a:lnSpc>
                <a:spcPts val="6019"/>
              </a:lnSpc>
            </a:pPr>
            <a:r>
              <a:rPr lang="en-US" sz="6950" b="1" dirty="0" err="1">
                <a:solidFill>
                  <a:srgbClr val="392110"/>
                </a:solidFill>
                <a:latin typeface="Garet Bold"/>
                <a:ea typeface="Garet Heavy"/>
                <a:cs typeface="Garet Heavy"/>
                <a:sym typeface="Garet Heavy"/>
              </a:rPr>
              <a:t>Título</a:t>
            </a:r>
            <a:r>
              <a:rPr lang="en-US" sz="6950" b="1" dirty="0">
                <a:solidFill>
                  <a:srgbClr val="392110"/>
                </a:solidFill>
                <a:latin typeface="Garet Bold"/>
                <a:ea typeface="Garet Heavy"/>
                <a:cs typeface="Garet Heavy"/>
                <a:sym typeface="Garet Heavy"/>
              </a:rPr>
              <a:t> da </a:t>
            </a:r>
            <a:r>
              <a:rPr lang="en-US" sz="6950" b="1" dirty="0" err="1">
                <a:solidFill>
                  <a:srgbClr val="392110"/>
                </a:solidFill>
                <a:latin typeface="Garet Bold"/>
                <a:ea typeface="Garet Heavy"/>
                <a:cs typeface="Garet Heavy"/>
                <a:sym typeface="Garet Heavy"/>
              </a:rPr>
              <a:t>Apresentação</a:t>
            </a:r>
            <a:endParaRPr lang="en-US" sz="6950" b="1">
              <a:solidFill>
                <a:srgbClr val="392110"/>
              </a:solidFill>
              <a:latin typeface="Garet Bold"/>
              <a:ea typeface="Garet Heavy"/>
              <a:cs typeface="Garet Heavy"/>
            </a:endParaRPr>
          </a:p>
        </p:txBody>
      </p:sp>
      <p:sp>
        <p:nvSpPr>
          <p:cNvPr id="36" name="TextBox 36"/>
          <p:cNvSpPr txBox="1"/>
          <p:nvPr/>
        </p:nvSpPr>
        <p:spPr>
          <a:xfrm>
            <a:off x="1663344" y="3673478"/>
            <a:ext cx="8447124" cy="495300"/>
          </a:xfrm>
          <a:prstGeom prst="rect">
            <a:avLst/>
          </a:prstGeom>
        </p:spPr>
        <p:txBody>
          <a:bodyPr lIns="0" tIns="0" rIns="0" bIns="0" rtlCol="0" anchor="t">
            <a:spAutoFit/>
          </a:bodyPr>
          <a:lstStyle/>
          <a:p>
            <a:pPr algn="l">
              <a:lnSpc>
                <a:spcPts val="4199"/>
              </a:lnSpc>
              <a:spcBef>
                <a:spcPct val="0"/>
              </a:spcBef>
            </a:pPr>
            <a:r>
              <a:rPr lang="en-US" sz="2999" spc="269">
                <a:solidFill>
                  <a:srgbClr val="392110"/>
                </a:solidFill>
                <a:latin typeface="Lora"/>
                <a:ea typeface="Lora"/>
                <a:cs typeface="Lora"/>
                <a:sym typeface="Lora"/>
              </a:rPr>
              <a:t>Subtítulo (se houver)</a:t>
            </a:r>
          </a:p>
        </p:txBody>
      </p:sp>
      <p:sp>
        <p:nvSpPr>
          <p:cNvPr id="37" name="TextBox 37"/>
          <p:cNvSpPr txBox="1"/>
          <p:nvPr/>
        </p:nvSpPr>
        <p:spPr>
          <a:xfrm>
            <a:off x="1453794" y="4934822"/>
            <a:ext cx="13045017" cy="365485"/>
          </a:xfrm>
          <a:prstGeom prst="rect">
            <a:avLst/>
          </a:prstGeom>
        </p:spPr>
        <p:txBody>
          <a:bodyPr lIns="0" tIns="0" rIns="0" bIns="0" rtlCol="0" anchor="t">
            <a:spAutoFit/>
          </a:bodyPr>
          <a:lstStyle/>
          <a:p>
            <a:pPr algn="just">
              <a:lnSpc>
                <a:spcPts val="2580"/>
              </a:lnSpc>
            </a:pPr>
            <a:r>
              <a:rPr lang="en-US" sz="3000" b="1" spc="60" dirty="0" err="1">
                <a:solidFill>
                  <a:srgbClr val="593D29"/>
                </a:solidFill>
                <a:latin typeface="Garet Bold"/>
                <a:ea typeface="Garet Heavy"/>
                <a:cs typeface="Garet Heavy"/>
                <a:sym typeface="Garet Heavy"/>
              </a:rPr>
              <a:t>Sessão</a:t>
            </a:r>
            <a:r>
              <a:rPr lang="en-US" sz="3000" b="1" spc="60" dirty="0">
                <a:solidFill>
                  <a:srgbClr val="593D29"/>
                </a:solidFill>
                <a:latin typeface="Garet Bold"/>
                <a:ea typeface="Garet Heavy"/>
                <a:cs typeface="Garet Heavy"/>
                <a:sym typeface="Garet Heavy"/>
              </a:rPr>
              <a:t>   </a:t>
            </a:r>
            <a:r>
              <a:rPr lang="en-US" sz="3000" b="1" spc="60" dirty="0" err="1">
                <a:solidFill>
                  <a:srgbClr val="593D29"/>
                </a:solidFill>
                <a:latin typeface="Garet Bold"/>
                <a:ea typeface="Garet Heavy"/>
                <a:cs typeface="Garet Heavy"/>
                <a:sym typeface="Garet Heavy"/>
              </a:rPr>
              <a:t>Temática</a:t>
            </a:r>
            <a:r>
              <a:rPr lang="en-US" sz="3000" b="1" spc="60" dirty="0">
                <a:solidFill>
                  <a:srgbClr val="593D29"/>
                </a:solidFill>
                <a:latin typeface="Garet Bold"/>
                <a:ea typeface="Garet Heavy"/>
                <a:cs typeface="Garet Heavy"/>
                <a:sym typeface="Garet Heavy"/>
              </a:rPr>
              <a:t> do  </a:t>
            </a:r>
            <a:r>
              <a:rPr lang="en-US" sz="3000" b="1" spc="60" dirty="0" err="1">
                <a:solidFill>
                  <a:srgbClr val="593D29"/>
                </a:solidFill>
                <a:latin typeface="Garet Bold"/>
                <a:ea typeface="Garet Heavy"/>
                <a:cs typeface="Garet Heavy"/>
                <a:sym typeface="Garet Heavy"/>
              </a:rPr>
              <a:t>Trabalho</a:t>
            </a:r>
            <a:endParaRPr lang="en-US" sz="3000" b="1" spc="60" dirty="0" err="1">
              <a:solidFill>
                <a:srgbClr val="593D29"/>
              </a:solidFill>
              <a:latin typeface="Garet Bold"/>
              <a:ea typeface="Garet Heavy"/>
              <a:cs typeface="Garet Heavy"/>
            </a:endParaRPr>
          </a:p>
        </p:txBody>
      </p:sp>
      <p:grpSp>
        <p:nvGrpSpPr>
          <p:cNvPr id="38" name="Group 38"/>
          <p:cNvGrpSpPr/>
          <p:nvPr/>
        </p:nvGrpSpPr>
        <p:grpSpPr>
          <a:xfrm>
            <a:off x="6605783" y="5859969"/>
            <a:ext cx="8447124" cy="3133805"/>
            <a:chOff x="0" y="0"/>
            <a:chExt cx="11262832" cy="4178407"/>
          </a:xfrm>
        </p:grpSpPr>
        <p:sp>
          <p:nvSpPr>
            <p:cNvPr id="39" name="TextBox 39"/>
            <p:cNvSpPr txBox="1"/>
            <p:nvPr/>
          </p:nvSpPr>
          <p:spPr>
            <a:xfrm>
              <a:off x="0" y="-28575"/>
              <a:ext cx="11262832" cy="408728"/>
            </a:xfrm>
            <a:prstGeom prst="rect">
              <a:avLst/>
            </a:prstGeom>
          </p:spPr>
          <p:txBody>
            <a:bodyPr lIns="0" tIns="0" rIns="0" bIns="0" rtlCol="0" anchor="t">
              <a:spAutoFit/>
            </a:bodyPr>
            <a:lstStyle/>
            <a:p>
              <a:pPr algn="r">
                <a:lnSpc>
                  <a:spcPts val="2660"/>
                </a:lnSpc>
                <a:spcBef>
                  <a:spcPct val="0"/>
                </a:spcBef>
              </a:pPr>
              <a:r>
                <a:rPr lang="en-US" sz="1900" b="1" spc="395">
                  <a:solidFill>
                    <a:srgbClr val="392110"/>
                  </a:solidFill>
                  <a:latin typeface="Lora Bold"/>
                  <a:ea typeface="Lora Bold"/>
                  <a:cs typeface="Lora Bold"/>
                  <a:sym typeface="Lora Bold"/>
                </a:rPr>
                <a:t>SOBRENOME, nome</a:t>
              </a:r>
              <a:r>
                <a:rPr lang="en-US" sz="1900" spc="395">
                  <a:solidFill>
                    <a:srgbClr val="392110"/>
                  </a:solidFill>
                  <a:latin typeface="Lora"/>
                  <a:ea typeface="Lora"/>
                  <a:cs typeface="Lora"/>
                  <a:sym typeface="Lora"/>
                </a:rPr>
                <a:t>-Titulação-Instituição de ensino</a:t>
              </a:r>
            </a:p>
          </p:txBody>
        </p:sp>
        <p:sp>
          <p:nvSpPr>
            <p:cNvPr id="40" name="TextBox 40"/>
            <p:cNvSpPr txBox="1"/>
            <p:nvPr/>
          </p:nvSpPr>
          <p:spPr>
            <a:xfrm>
              <a:off x="0" y="307551"/>
              <a:ext cx="11262832" cy="421428"/>
            </a:xfrm>
            <a:prstGeom prst="rect">
              <a:avLst/>
            </a:prstGeom>
          </p:spPr>
          <p:txBody>
            <a:bodyPr lIns="0" tIns="0" rIns="0" bIns="0" rtlCol="0" anchor="t">
              <a:spAutoFit/>
            </a:bodyPr>
            <a:lstStyle/>
            <a:p>
              <a:pPr algn="r">
                <a:lnSpc>
                  <a:spcPts val="2660"/>
                </a:lnSpc>
                <a:spcBef>
                  <a:spcPct val="0"/>
                </a:spcBef>
              </a:pPr>
              <a:r>
                <a:rPr lang="en-US" sz="1900" i="1" spc="395">
                  <a:solidFill>
                    <a:srgbClr val="392110"/>
                  </a:solidFill>
                  <a:latin typeface="Lora Italics"/>
                  <a:ea typeface="Lora Italics"/>
                  <a:cs typeface="Lora Italics"/>
                  <a:sym typeface="Lora Italics"/>
                </a:rPr>
                <a:t>nome@email.com</a:t>
              </a:r>
            </a:p>
          </p:txBody>
        </p:sp>
        <p:sp>
          <p:nvSpPr>
            <p:cNvPr id="41" name="TextBox 41"/>
            <p:cNvSpPr txBox="1"/>
            <p:nvPr/>
          </p:nvSpPr>
          <p:spPr>
            <a:xfrm>
              <a:off x="0" y="807986"/>
              <a:ext cx="11262832" cy="408728"/>
            </a:xfrm>
            <a:prstGeom prst="rect">
              <a:avLst/>
            </a:prstGeom>
          </p:spPr>
          <p:txBody>
            <a:bodyPr lIns="0" tIns="0" rIns="0" bIns="0" rtlCol="0" anchor="t">
              <a:spAutoFit/>
            </a:bodyPr>
            <a:lstStyle/>
            <a:p>
              <a:pPr algn="r">
                <a:lnSpc>
                  <a:spcPts val="2660"/>
                </a:lnSpc>
                <a:spcBef>
                  <a:spcPct val="0"/>
                </a:spcBef>
              </a:pPr>
              <a:r>
                <a:rPr lang="en-US" sz="1900" b="1" spc="395">
                  <a:solidFill>
                    <a:srgbClr val="392110"/>
                  </a:solidFill>
                  <a:latin typeface="Lora Bold"/>
                  <a:ea typeface="Lora Bold"/>
                  <a:cs typeface="Lora Bold"/>
                  <a:sym typeface="Lora Bold"/>
                </a:rPr>
                <a:t>SOBRENOME, nome</a:t>
              </a:r>
              <a:r>
                <a:rPr lang="en-US" sz="1900" spc="395">
                  <a:solidFill>
                    <a:srgbClr val="392110"/>
                  </a:solidFill>
                  <a:latin typeface="Lora"/>
                  <a:ea typeface="Lora"/>
                  <a:cs typeface="Lora"/>
                  <a:sym typeface="Lora"/>
                </a:rPr>
                <a:t>-Titulação-Instituição de ensino</a:t>
              </a:r>
            </a:p>
          </p:txBody>
        </p:sp>
        <p:sp>
          <p:nvSpPr>
            <p:cNvPr id="42" name="TextBox 42"/>
            <p:cNvSpPr txBox="1"/>
            <p:nvPr/>
          </p:nvSpPr>
          <p:spPr>
            <a:xfrm>
              <a:off x="0" y="1144112"/>
              <a:ext cx="11262832" cy="421428"/>
            </a:xfrm>
            <a:prstGeom prst="rect">
              <a:avLst/>
            </a:prstGeom>
          </p:spPr>
          <p:txBody>
            <a:bodyPr lIns="0" tIns="0" rIns="0" bIns="0" rtlCol="0" anchor="t">
              <a:spAutoFit/>
            </a:bodyPr>
            <a:lstStyle/>
            <a:p>
              <a:pPr algn="r">
                <a:lnSpc>
                  <a:spcPts val="2660"/>
                </a:lnSpc>
                <a:spcBef>
                  <a:spcPct val="0"/>
                </a:spcBef>
              </a:pPr>
              <a:r>
                <a:rPr lang="en-US" sz="1900" i="1" spc="395">
                  <a:solidFill>
                    <a:srgbClr val="392110"/>
                  </a:solidFill>
                  <a:latin typeface="Lora Italics"/>
                  <a:ea typeface="Lora Italics"/>
                  <a:cs typeface="Lora Italics"/>
                  <a:sym typeface="Lora Italics"/>
                </a:rPr>
                <a:t>nome@email.com</a:t>
              </a:r>
            </a:p>
          </p:txBody>
        </p:sp>
        <p:sp>
          <p:nvSpPr>
            <p:cNvPr id="43" name="TextBox 43"/>
            <p:cNvSpPr txBox="1"/>
            <p:nvPr/>
          </p:nvSpPr>
          <p:spPr>
            <a:xfrm>
              <a:off x="0" y="1644547"/>
              <a:ext cx="11262832" cy="408728"/>
            </a:xfrm>
            <a:prstGeom prst="rect">
              <a:avLst/>
            </a:prstGeom>
          </p:spPr>
          <p:txBody>
            <a:bodyPr lIns="0" tIns="0" rIns="0" bIns="0" rtlCol="0" anchor="t">
              <a:spAutoFit/>
            </a:bodyPr>
            <a:lstStyle/>
            <a:p>
              <a:pPr algn="r">
                <a:lnSpc>
                  <a:spcPts val="2660"/>
                </a:lnSpc>
                <a:spcBef>
                  <a:spcPct val="0"/>
                </a:spcBef>
              </a:pPr>
              <a:r>
                <a:rPr lang="en-US" sz="1900" b="1" spc="395">
                  <a:solidFill>
                    <a:srgbClr val="392110"/>
                  </a:solidFill>
                  <a:latin typeface="Lora Bold"/>
                  <a:ea typeface="Lora Bold"/>
                  <a:cs typeface="Lora Bold"/>
                  <a:sym typeface="Lora Bold"/>
                </a:rPr>
                <a:t>SOBRENOME, nome</a:t>
              </a:r>
              <a:r>
                <a:rPr lang="en-US" sz="1900" spc="395">
                  <a:solidFill>
                    <a:srgbClr val="392110"/>
                  </a:solidFill>
                  <a:latin typeface="Lora"/>
                  <a:ea typeface="Lora"/>
                  <a:cs typeface="Lora"/>
                  <a:sym typeface="Lora"/>
                </a:rPr>
                <a:t>-Titulação-Instituição de ensino</a:t>
              </a:r>
            </a:p>
          </p:txBody>
        </p:sp>
        <p:sp>
          <p:nvSpPr>
            <p:cNvPr id="44" name="TextBox 44"/>
            <p:cNvSpPr txBox="1"/>
            <p:nvPr/>
          </p:nvSpPr>
          <p:spPr>
            <a:xfrm>
              <a:off x="0" y="1980673"/>
              <a:ext cx="11262832" cy="421428"/>
            </a:xfrm>
            <a:prstGeom prst="rect">
              <a:avLst/>
            </a:prstGeom>
          </p:spPr>
          <p:txBody>
            <a:bodyPr lIns="0" tIns="0" rIns="0" bIns="0" rtlCol="0" anchor="t">
              <a:spAutoFit/>
            </a:bodyPr>
            <a:lstStyle/>
            <a:p>
              <a:pPr algn="r">
                <a:lnSpc>
                  <a:spcPts val="2660"/>
                </a:lnSpc>
                <a:spcBef>
                  <a:spcPct val="0"/>
                </a:spcBef>
              </a:pPr>
              <a:r>
                <a:rPr lang="en-US" sz="1900" i="1" spc="395">
                  <a:solidFill>
                    <a:srgbClr val="392110"/>
                  </a:solidFill>
                  <a:latin typeface="Lora Italics"/>
                  <a:ea typeface="Lora Italics"/>
                  <a:cs typeface="Lora Italics"/>
                  <a:sym typeface="Lora Italics"/>
                </a:rPr>
                <a:t>nome@email.com</a:t>
              </a:r>
            </a:p>
          </p:txBody>
        </p:sp>
        <p:sp>
          <p:nvSpPr>
            <p:cNvPr id="45" name="TextBox 45"/>
            <p:cNvSpPr txBox="1"/>
            <p:nvPr/>
          </p:nvSpPr>
          <p:spPr>
            <a:xfrm>
              <a:off x="0" y="2532700"/>
              <a:ext cx="11262832" cy="408728"/>
            </a:xfrm>
            <a:prstGeom prst="rect">
              <a:avLst/>
            </a:prstGeom>
          </p:spPr>
          <p:txBody>
            <a:bodyPr lIns="0" tIns="0" rIns="0" bIns="0" rtlCol="0" anchor="t">
              <a:spAutoFit/>
            </a:bodyPr>
            <a:lstStyle/>
            <a:p>
              <a:pPr algn="r">
                <a:lnSpc>
                  <a:spcPts val="2660"/>
                </a:lnSpc>
                <a:spcBef>
                  <a:spcPct val="0"/>
                </a:spcBef>
              </a:pPr>
              <a:r>
                <a:rPr lang="en-US" sz="1900" b="1" spc="395">
                  <a:solidFill>
                    <a:srgbClr val="392110"/>
                  </a:solidFill>
                  <a:latin typeface="Lora Bold"/>
                  <a:ea typeface="Lora Bold"/>
                  <a:cs typeface="Lora Bold"/>
                  <a:sym typeface="Lora Bold"/>
                </a:rPr>
                <a:t>SOBRENOME, nome</a:t>
              </a:r>
              <a:r>
                <a:rPr lang="en-US" sz="1900" spc="395">
                  <a:solidFill>
                    <a:srgbClr val="392110"/>
                  </a:solidFill>
                  <a:latin typeface="Lora"/>
                  <a:ea typeface="Lora"/>
                  <a:cs typeface="Lora"/>
                  <a:sym typeface="Lora"/>
                </a:rPr>
                <a:t>-Titulação-Instituição de ensino</a:t>
              </a:r>
            </a:p>
          </p:txBody>
        </p:sp>
        <p:sp>
          <p:nvSpPr>
            <p:cNvPr id="46" name="TextBox 46"/>
            <p:cNvSpPr txBox="1"/>
            <p:nvPr/>
          </p:nvSpPr>
          <p:spPr>
            <a:xfrm>
              <a:off x="0" y="2868826"/>
              <a:ext cx="11262832" cy="421428"/>
            </a:xfrm>
            <a:prstGeom prst="rect">
              <a:avLst/>
            </a:prstGeom>
          </p:spPr>
          <p:txBody>
            <a:bodyPr lIns="0" tIns="0" rIns="0" bIns="0" rtlCol="0" anchor="t">
              <a:spAutoFit/>
            </a:bodyPr>
            <a:lstStyle/>
            <a:p>
              <a:pPr algn="r">
                <a:lnSpc>
                  <a:spcPts val="2660"/>
                </a:lnSpc>
                <a:spcBef>
                  <a:spcPct val="0"/>
                </a:spcBef>
              </a:pPr>
              <a:r>
                <a:rPr lang="en-US" sz="1900" i="1" spc="395">
                  <a:solidFill>
                    <a:srgbClr val="392110"/>
                  </a:solidFill>
                  <a:latin typeface="Lora Italics"/>
                  <a:ea typeface="Lora Italics"/>
                  <a:cs typeface="Lora Italics"/>
                  <a:sym typeface="Lora Italics"/>
                </a:rPr>
                <a:t>nome@email.com</a:t>
              </a:r>
            </a:p>
          </p:txBody>
        </p:sp>
        <p:sp>
          <p:nvSpPr>
            <p:cNvPr id="47" name="TextBox 47"/>
            <p:cNvSpPr txBox="1"/>
            <p:nvPr/>
          </p:nvSpPr>
          <p:spPr>
            <a:xfrm>
              <a:off x="0" y="3420852"/>
              <a:ext cx="11262832" cy="408728"/>
            </a:xfrm>
            <a:prstGeom prst="rect">
              <a:avLst/>
            </a:prstGeom>
          </p:spPr>
          <p:txBody>
            <a:bodyPr lIns="0" tIns="0" rIns="0" bIns="0" rtlCol="0" anchor="t">
              <a:spAutoFit/>
            </a:bodyPr>
            <a:lstStyle/>
            <a:p>
              <a:pPr algn="r">
                <a:lnSpc>
                  <a:spcPts val="2660"/>
                </a:lnSpc>
                <a:spcBef>
                  <a:spcPct val="0"/>
                </a:spcBef>
              </a:pPr>
              <a:r>
                <a:rPr lang="en-US" sz="1900" b="1" spc="395">
                  <a:solidFill>
                    <a:srgbClr val="392110"/>
                  </a:solidFill>
                  <a:latin typeface="Lora Bold"/>
                  <a:ea typeface="Lora Bold"/>
                  <a:cs typeface="Lora Bold"/>
                  <a:sym typeface="Lora Bold"/>
                </a:rPr>
                <a:t>SOBRENOME, nome</a:t>
              </a:r>
              <a:r>
                <a:rPr lang="en-US" sz="1900" spc="395">
                  <a:solidFill>
                    <a:srgbClr val="392110"/>
                  </a:solidFill>
                  <a:latin typeface="Lora"/>
                  <a:ea typeface="Lora"/>
                  <a:cs typeface="Lora"/>
                  <a:sym typeface="Lora"/>
                </a:rPr>
                <a:t>-Titulação-Instituição de ensino</a:t>
              </a:r>
            </a:p>
          </p:txBody>
        </p:sp>
        <p:sp>
          <p:nvSpPr>
            <p:cNvPr id="48" name="TextBox 48"/>
            <p:cNvSpPr txBox="1"/>
            <p:nvPr/>
          </p:nvSpPr>
          <p:spPr>
            <a:xfrm>
              <a:off x="0" y="3756979"/>
              <a:ext cx="11262832" cy="421428"/>
            </a:xfrm>
            <a:prstGeom prst="rect">
              <a:avLst/>
            </a:prstGeom>
          </p:spPr>
          <p:txBody>
            <a:bodyPr lIns="0" tIns="0" rIns="0" bIns="0" rtlCol="0" anchor="t">
              <a:spAutoFit/>
            </a:bodyPr>
            <a:lstStyle/>
            <a:p>
              <a:pPr algn="r">
                <a:lnSpc>
                  <a:spcPts val="2660"/>
                </a:lnSpc>
                <a:spcBef>
                  <a:spcPct val="0"/>
                </a:spcBef>
              </a:pPr>
              <a:r>
                <a:rPr lang="en-US" sz="1900" i="1" spc="395">
                  <a:solidFill>
                    <a:srgbClr val="392110"/>
                  </a:solidFill>
                  <a:latin typeface="Lora Italics"/>
                  <a:ea typeface="Lora Italics"/>
                  <a:cs typeface="Lora Italics"/>
                  <a:sym typeface="Lora Italics"/>
                </a:rPr>
                <a:t>nome@email.com</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grpSp>
        <p:nvGrpSpPr>
          <p:cNvPr id="31" name="Group 31"/>
          <p:cNvGrpSpPr/>
          <p:nvPr/>
        </p:nvGrpSpPr>
        <p:grpSpPr>
          <a:xfrm>
            <a:off x="1477935" y="2671108"/>
            <a:ext cx="8551919" cy="166370"/>
            <a:chOff x="0" y="0"/>
            <a:chExt cx="2252357" cy="43818"/>
          </a:xfrm>
        </p:grpSpPr>
        <p:sp>
          <p:nvSpPr>
            <p:cNvPr id="32" name="Freeform 32"/>
            <p:cNvSpPr/>
            <p:nvPr/>
          </p:nvSpPr>
          <p:spPr>
            <a:xfrm>
              <a:off x="0" y="0"/>
              <a:ext cx="2252357" cy="43818"/>
            </a:xfrm>
            <a:custGeom>
              <a:avLst/>
              <a:gdLst/>
              <a:ahLst/>
              <a:cxnLst/>
              <a:rect l="l" t="t" r="r" b="b"/>
              <a:pathLst>
                <a:path w="2252357" h="43818">
                  <a:moveTo>
                    <a:pt x="0" y="0"/>
                  </a:moveTo>
                  <a:lnTo>
                    <a:pt x="2252357" y="0"/>
                  </a:lnTo>
                  <a:lnTo>
                    <a:pt x="2252357" y="43818"/>
                  </a:lnTo>
                  <a:lnTo>
                    <a:pt x="0" y="43818"/>
                  </a:lnTo>
                  <a:close/>
                </a:path>
              </a:pathLst>
            </a:custGeom>
            <a:solidFill>
              <a:srgbClr val="40531B"/>
            </a:solidFill>
          </p:spPr>
        </p:sp>
        <p:sp>
          <p:nvSpPr>
            <p:cNvPr id="33" name="TextBox 33"/>
            <p:cNvSpPr txBox="1"/>
            <p:nvPr/>
          </p:nvSpPr>
          <p:spPr>
            <a:xfrm>
              <a:off x="0" y="-38100"/>
              <a:ext cx="2252357" cy="81918"/>
            </a:xfrm>
            <a:prstGeom prst="rect">
              <a:avLst/>
            </a:prstGeom>
          </p:spPr>
          <p:txBody>
            <a:bodyPr lIns="50800" tIns="50800" rIns="50800" bIns="50800" rtlCol="0" anchor="ctr"/>
            <a:lstStyle/>
            <a:p>
              <a:pPr algn="ctr">
                <a:lnSpc>
                  <a:spcPts val="2659"/>
                </a:lnSpc>
                <a:spcBef>
                  <a:spcPct val="0"/>
                </a:spcBef>
              </a:pPr>
              <a:endParaRPr/>
            </a:p>
          </p:txBody>
        </p:sp>
      </p:grpSp>
      <p:sp>
        <p:nvSpPr>
          <p:cNvPr id="34" name="TextBox 34"/>
          <p:cNvSpPr txBox="1"/>
          <p:nvPr/>
        </p:nvSpPr>
        <p:spPr>
          <a:xfrm>
            <a:off x="1477935" y="2081116"/>
            <a:ext cx="17103839" cy="555625"/>
          </a:xfrm>
          <a:prstGeom prst="rect">
            <a:avLst/>
          </a:prstGeom>
        </p:spPr>
        <p:txBody>
          <a:bodyPr lIns="0" tIns="0" rIns="0" bIns="0" rtlCol="0" anchor="t">
            <a:spAutoFit/>
          </a:bodyPr>
          <a:lstStyle/>
          <a:p>
            <a:pPr algn="l">
              <a:lnSpc>
                <a:spcPts val="4399"/>
              </a:lnSpc>
            </a:pPr>
            <a:r>
              <a:rPr lang="en-US" sz="3999" b="1">
                <a:solidFill>
                  <a:srgbClr val="392110"/>
                </a:solidFill>
                <a:latin typeface="Garet Heavy"/>
                <a:ea typeface="Garet Heavy"/>
                <a:cs typeface="Garet Heavy"/>
                <a:sym typeface="Garet Heavy"/>
              </a:rPr>
              <a:t>Título da Seção do Trabalho (ex: Introdução, Métodos etc.)</a:t>
            </a:r>
          </a:p>
        </p:txBody>
      </p:sp>
      <p:sp>
        <p:nvSpPr>
          <p:cNvPr id="35" name="TextBox 35"/>
          <p:cNvSpPr txBox="1"/>
          <p:nvPr/>
        </p:nvSpPr>
        <p:spPr>
          <a:xfrm>
            <a:off x="1734379" y="3720206"/>
            <a:ext cx="14622663" cy="5232400"/>
          </a:xfrm>
          <a:prstGeom prst="rect">
            <a:avLst/>
          </a:prstGeom>
        </p:spPr>
        <p:txBody>
          <a:bodyPr lIns="0" tIns="0" rIns="0" bIns="0" rtlCol="0" anchor="t">
            <a:spAutoFit/>
          </a:bodyPr>
          <a:lstStyle/>
          <a:p>
            <a:pPr algn="l">
              <a:lnSpc>
                <a:spcPts val="3499"/>
              </a:lnSpc>
              <a:spcBef>
                <a:spcPct val="0"/>
              </a:spcBef>
            </a:pPr>
            <a:r>
              <a:rPr lang="en-US" sz="2499" spc="249">
                <a:solidFill>
                  <a:srgbClr val="392110"/>
                </a:solidFill>
                <a:latin typeface="Lora"/>
                <a:ea typeface="Lora"/>
                <a:cs typeface="Lora"/>
                <a:sym typeface="Lora"/>
              </a:rPr>
              <a:t>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a:t>
            </a:r>
          </a:p>
        </p:txBody>
      </p:sp>
      <p:sp>
        <p:nvSpPr>
          <p:cNvPr id="36" name="TextBox 36"/>
          <p:cNvSpPr txBox="1"/>
          <p:nvPr/>
        </p:nvSpPr>
        <p:spPr>
          <a:xfrm>
            <a:off x="1411260" y="3095366"/>
            <a:ext cx="8353395" cy="400050"/>
          </a:xfrm>
          <a:prstGeom prst="rect">
            <a:avLst/>
          </a:prstGeom>
        </p:spPr>
        <p:txBody>
          <a:bodyPr lIns="0" tIns="0" rIns="0" bIns="0" rtlCol="0" anchor="t">
            <a:spAutoFit/>
          </a:bodyPr>
          <a:lstStyle/>
          <a:p>
            <a:pPr marL="647700" lvl="1" indent="-323850" algn="just">
              <a:lnSpc>
                <a:spcPts val="3000"/>
              </a:lnSpc>
              <a:buFont typeface="Arial"/>
              <a:buChar char="•"/>
            </a:pPr>
            <a:r>
              <a:rPr lang="en-US" sz="3000" b="1">
                <a:solidFill>
                  <a:srgbClr val="593D29"/>
                </a:solidFill>
                <a:latin typeface="Garet Bold"/>
                <a:ea typeface="Garet Bold"/>
                <a:cs typeface="Garet Bold"/>
                <a:sym typeface="Garet Bold"/>
              </a:rPr>
              <a:t>Tópico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grpSp>
        <p:nvGrpSpPr>
          <p:cNvPr id="31" name="Group 31"/>
          <p:cNvGrpSpPr/>
          <p:nvPr/>
        </p:nvGrpSpPr>
        <p:grpSpPr>
          <a:xfrm>
            <a:off x="1477935" y="2671108"/>
            <a:ext cx="7844368" cy="166370"/>
            <a:chOff x="0" y="0"/>
            <a:chExt cx="2066006" cy="43818"/>
          </a:xfrm>
        </p:grpSpPr>
        <p:sp>
          <p:nvSpPr>
            <p:cNvPr id="32" name="Freeform 32"/>
            <p:cNvSpPr/>
            <p:nvPr/>
          </p:nvSpPr>
          <p:spPr>
            <a:xfrm>
              <a:off x="0" y="0"/>
              <a:ext cx="2066006" cy="43818"/>
            </a:xfrm>
            <a:custGeom>
              <a:avLst/>
              <a:gdLst/>
              <a:ahLst/>
              <a:cxnLst/>
              <a:rect l="l" t="t" r="r" b="b"/>
              <a:pathLst>
                <a:path w="2066006" h="43818">
                  <a:moveTo>
                    <a:pt x="0" y="0"/>
                  </a:moveTo>
                  <a:lnTo>
                    <a:pt x="2066006" y="0"/>
                  </a:lnTo>
                  <a:lnTo>
                    <a:pt x="2066006" y="43818"/>
                  </a:lnTo>
                  <a:lnTo>
                    <a:pt x="0" y="43818"/>
                  </a:lnTo>
                  <a:close/>
                </a:path>
              </a:pathLst>
            </a:custGeom>
            <a:solidFill>
              <a:srgbClr val="40531B"/>
            </a:solidFill>
          </p:spPr>
        </p:sp>
        <p:sp>
          <p:nvSpPr>
            <p:cNvPr id="33" name="TextBox 33"/>
            <p:cNvSpPr txBox="1"/>
            <p:nvPr/>
          </p:nvSpPr>
          <p:spPr>
            <a:xfrm>
              <a:off x="0" y="-38100"/>
              <a:ext cx="2066006" cy="81918"/>
            </a:xfrm>
            <a:prstGeom prst="rect">
              <a:avLst/>
            </a:prstGeom>
          </p:spPr>
          <p:txBody>
            <a:bodyPr lIns="50800" tIns="50800" rIns="50800" bIns="50800" rtlCol="0" anchor="ctr"/>
            <a:lstStyle/>
            <a:p>
              <a:pPr algn="ctr">
                <a:lnSpc>
                  <a:spcPts val="2659"/>
                </a:lnSpc>
                <a:spcBef>
                  <a:spcPct val="0"/>
                </a:spcBef>
              </a:pPr>
              <a:endParaRPr/>
            </a:p>
          </p:txBody>
        </p:sp>
      </p:grpSp>
      <p:grpSp>
        <p:nvGrpSpPr>
          <p:cNvPr id="35" name="Group 35"/>
          <p:cNvGrpSpPr/>
          <p:nvPr/>
        </p:nvGrpSpPr>
        <p:grpSpPr>
          <a:xfrm>
            <a:off x="10744377" y="3501925"/>
            <a:ext cx="5246370" cy="5246370"/>
            <a:chOff x="0" y="0"/>
            <a:chExt cx="812800" cy="812800"/>
          </a:xfrm>
        </p:grpSpPr>
        <p:sp>
          <p:nvSpPr>
            <p:cNvPr id="36" name="Freeform 3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l="-78303" r="-78303"/>
              </a:stretch>
            </a:blipFill>
          </p:spPr>
        </p:sp>
      </p:grpSp>
      <p:sp>
        <p:nvSpPr>
          <p:cNvPr id="37" name="TextBox 37"/>
          <p:cNvSpPr txBox="1"/>
          <p:nvPr/>
        </p:nvSpPr>
        <p:spPr>
          <a:xfrm>
            <a:off x="1477935" y="2081116"/>
            <a:ext cx="17103839" cy="555625"/>
          </a:xfrm>
          <a:prstGeom prst="rect">
            <a:avLst/>
          </a:prstGeom>
        </p:spPr>
        <p:txBody>
          <a:bodyPr lIns="0" tIns="0" rIns="0" bIns="0" rtlCol="0" anchor="t">
            <a:spAutoFit/>
          </a:bodyPr>
          <a:lstStyle/>
          <a:p>
            <a:pPr algn="l">
              <a:lnSpc>
                <a:spcPts val="4399"/>
              </a:lnSpc>
            </a:pPr>
            <a:r>
              <a:rPr lang="en-US" sz="3999" b="1">
                <a:solidFill>
                  <a:srgbClr val="392110"/>
                </a:solidFill>
                <a:latin typeface="Garet Heavy"/>
                <a:ea typeface="Garet Heavy"/>
                <a:cs typeface="Garet Heavy"/>
                <a:sym typeface="Garet Heavy"/>
              </a:rPr>
              <a:t>Título da Seção do Trabalho (ex: Introdução, Métodos etc.)</a:t>
            </a:r>
          </a:p>
        </p:txBody>
      </p:sp>
      <p:sp>
        <p:nvSpPr>
          <p:cNvPr id="38" name="TextBox 38"/>
          <p:cNvSpPr txBox="1"/>
          <p:nvPr/>
        </p:nvSpPr>
        <p:spPr>
          <a:xfrm>
            <a:off x="1734379" y="3619241"/>
            <a:ext cx="7587924" cy="5232400"/>
          </a:xfrm>
          <a:prstGeom prst="rect">
            <a:avLst/>
          </a:prstGeom>
        </p:spPr>
        <p:txBody>
          <a:bodyPr lIns="0" tIns="0" rIns="0" bIns="0" rtlCol="0" anchor="t">
            <a:spAutoFit/>
          </a:bodyPr>
          <a:lstStyle/>
          <a:p>
            <a:pPr algn="l">
              <a:lnSpc>
                <a:spcPts val="3499"/>
              </a:lnSpc>
              <a:spcBef>
                <a:spcPct val="0"/>
              </a:spcBef>
            </a:pPr>
            <a:r>
              <a:rPr lang="en-US" sz="2499" spc="519">
                <a:solidFill>
                  <a:srgbClr val="392110"/>
                </a:solidFill>
                <a:latin typeface="Lora"/>
                <a:ea typeface="Lora"/>
                <a:cs typeface="Lora"/>
                <a:sym typeface="Lora"/>
              </a:rPr>
              <a:t>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a:t>
            </a:r>
          </a:p>
        </p:txBody>
      </p:sp>
      <p:sp>
        <p:nvSpPr>
          <p:cNvPr id="39" name="TextBox 39"/>
          <p:cNvSpPr txBox="1"/>
          <p:nvPr/>
        </p:nvSpPr>
        <p:spPr>
          <a:xfrm>
            <a:off x="1411260" y="3095366"/>
            <a:ext cx="8353395" cy="400050"/>
          </a:xfrm>
          <a:prstGeom prst="rect">
            <a:avLst/>
          </a:prstGeom>
        </p:spPr>
        <p:txBody>
          <a:bodyPr lIns="0" tIns="0" rIns="0" bIns="0" rtlCol="0" anchor="t">
            <a:spAutoFit/>
          </a:bodyPr>
          <a:lstStyle/>
          <a:p>
            <a:pPr marL="647700" lvl="1" indent="-323850" algn="just">
              <a:lnSpc>
                <a:spcPts val="3000"/>
              </a:lnSpc>
              <a:buFont typeface="Arial"/>
              <a:buChar char="•"/>
            </a:pPr>
            <a:r>
              <a:rPr lang="en-US" sz="3000" b="1">
                <a:solidFill>
                  <a:srgbClr val="593D29"/>
                </a:solidFill>
                <a:latin typeface="Garet Bold"/>
                <a:ea typeface="Garet Bold"/>
                <a:cs typeface="Garet Bold"/>
                <a:sym typeface="Garet Bold"/>
              </a:rPr>
              <a:t>Tópico </a:t>
            </a:r>
          </a:p>
        </p:txBody>
      </p:sp>
      <p:sp>
        <p:nvSpPr>
          <p:cNvPr id="40" name="TextBox 40"/>
          <p:cNvSpPr txBox="1"/>
          <p:nvPr/>
        </p:nvSpPr>
        <p:spPr>
          <a:xfrm>
            <a:off x="9322303" y="8842116"/>
            <a:ext cx="8447124" cy="330200"/>
          </a:xfrm>
          <a:prstGeom prst="rect">
            <a:avLst/>
          </a:prstGeom>
        </p:spPr>
        <p:txBody>
          <a:bodyPr lIns="0" tIns="0" rIns="0" bIns="0" rtlCol="0" anchor="t">
            <a:spAutoFit/>
          </a:bodyPr>
          <a:lstStyle/>
          <a:p>
            <a:pPr algn="ctr">
              <a:lnSpc>
                <a:spcPts val="2799"/>
              </a:lnSpc>
              <a:spcBef>
                <a:spcPct val="0"/>
              </a:spcBef>
            </a:pPr>
            <a:r>
              <a:rPr lang="en-US" sz="1999" spc="415">
                <a:solidFill>
                  <a:srgbClr val="392110"/>
                </a:solidFill>
                <a:latin typeface="Lora"/>
                <a:ea typeface="Lora"/>
                <a:cs typeface="Lora"/>
                <a:sym typeface="Lora"/>
              </a:rPr>
              <a:t>Fonte: Autor, ano.</a:t>
            </a:r>
          </a:p>
        </p:txBody>
      </p:sp>
      <p:sp>
        <p:nvSpPr>
          <p:cNvPr id="41" name="TextBox 41"/>
          <p:cNvSpPr txBox="1"/>
          <p:nvPr/>
        </p:nvSpPr>
        <p:spPr>
          <a:xfrm>
            <a:off x="9144000" y="3049328"/>
            <a:ext cx="8447124" cy="330200"/>
          </a:xfrm>
          <a:prstGeom prst="rect">
            <a:avLst/>
          </a:prstGeom>
        </p:spPr>
        <p:txBody>
          <a:bodyPr lIns="0" tIns="0" rIns="0" bIns="0" rtlCol="0" anchor="t">
            <a:spAutoFit/>
          </a:bodyPr>
          <a:lstStyle/>
          <a:p>
            <a:pPr algn="ctr">
              <a:lnSpc>
                <a:spcPts val="2799"/>
              </a:lnSpc>
              <a:spcBef>
                <a:spcPct val="0"/>
              </a:spcBef>
            </a:pPr>
            <a:r>
              <a:rPr lang="en-US" sz="1999" b="1" spc="415">
                <a:solidFill>
                  <a:srgbClr val="392110"/>
                </a:solidFill>
                <a:latin typeface="Lora Bold"/>
                <a:ea typeface="Lora Bold"/>
                <a:cs typeface="Lora Bold"/>
                <a:sym typeface="Lora Bold"/>
              </a:rPr>
              <a:t>Figura 1-</a:t>
            </a:r>
            <a:r>
              <a:rPr lang="en-US" sz="1999" spc="415">
                <a:solidFill>
                  <a:srgbClr val="392110"/>
                </a:solidFill>
                <a:latin typeface="Lora"/>
                <a:ea typeface="Lora"/>
                <a:cs typeface="Lora"/>
                <a:sym typeface="Lora"/>
              </a:rPr>
              <a:t> Título da Figura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grpSp>
        <p:nvGrpSpPr>
          <p:cNvPr id="31" name="Group 31"/>
          <p:cNvGrpSpPr/>
          <p:nvPr/>
        </p:nvGrpSpPr>
        <p:grpSpPr>
          <a:xfrm>
            <a:off x="1477935" y="2669986"/>
            <a:ext cx="7868794" cy="167493"/>
            <a:chOff x="0" y="0"/>
            <a:chExt cx="2072439" cy="44113"/>
          </a:xfrm>
        </p:grpSpPr>
        <p:sp>
          <p:nvSpPr>
            <p:cNvPr id="32" name="Freeform 32"/>
            <p:cNvSpPr/>
            <p:nvPr/>
          </p:nvSpPr>
          <p:spPr>
            <a:xfrm>
              <a:off x="0" y="0"/>
              <a:ext cx="2072439" cy="44113"/>
            </a:xfrm>
            <a:custGeom>
              <a:avLst/>
              <a:gdLst/>
              <a:ahLst/>
              <a:cxnLst/>
              <a:rect l="l" t="t" r="r" b="b"/>
              <a:pathLst>
                <a:path w="2072439" h="44113">
                  <a:moveTo>
                    <a:pt x="0" y="0"/>
                  </a:moveTo>
                  <a:lnTo>
                    <a:pt x="2072439" y="0"/>
                  </a:lnTo>
                  <a:lnTo>
                    <a:pt x="2072439" y="44113"/>
                  </a:lnTo>
                  <a:lnTo>
                    <a:pt x="0" y="44113"/>
                  </a:lnTo>
                  <a:close/>
                </a:path>
              </a:pathLst>
            </a:custGeom>
            <a:solidFill>
              <a:srgbClr val="40531B"/>
            </a:solidFill>
          </p:spPr>
        </p:sp>
        <p:sp>
          <p:nvSpPr>
            <p:cNvPr id="33" name="TextBox 33"/>
            <p:cNvSpPr txBox="1"/>
            <p:nvPr/>
          </p:nvSpPr>
          <p:spPr>
            <a:xfrm>
              <a:off x="0" y="-38100"/>
              <a:ext cx="2072439" cy="82213"/>
            </a:xfrm>
            <a:prstGeom prst="rect">
              <a:avLst/>
            </a:prstGeom>
          </p:spPr>
          <p:txBody>
            <a:bodyPr lIns="50800" tIns="50800" rIns="50800" bIns="50800" rtlCol="0" anchor="ctr"/>
            <a:lstStyle/>
            <a:p>
              <a:pPr algn="ctr">
                <a:lnSpc>
                  <a:spcPts val="2659"/>
                </a:lnSpc>
                <a:spcBef>
                  <a:spcPct val="0"/>
                </a:spcBef>
              </a:pPr>
              <a:endParaRPr/>
            </a:p>
          </p:txBody>
        </p:sp>
      </p:grpSp>
      <p:sp>
        <p:nvSpPr>
          <p:cNvPr id="34" name="TextBox 34"/>
          <p:cNvSpPr txBox="1"/>
          <p:nvPr/>
        </p:nvSpPr>
        <p:spPr>
          <a:xfrm>
            <a:off x="1477935" y="2081116"/>
            <a:ext cx="17103839" cy="555625"/>
          </a:xfrm>
          <a:prstGeom prst="rect">
            <a:avLst/>
          </a:prstGeom>
        </p:spPr>
        <p:txBody>
          <a:bodyPr lIns="0" tIns="0" rIns="0" bIns="0" rtlCol="0" anchor="t">
            <a:spAutoFit/>
          </a:bodyPr>
          <a:lstStyle/>
          <a:p>
            <a:pPr algn="l">
              <a:lnSpc>
                <a:spcPts val="4399"/>
              </a:lnSpc>
            </a:pPr>
            <a:r>
              <a:rPr lang="en-US" sz="3999" b="1">
                <a:solidFill>
                  <a:srgbClr val="392110"/>
                </a:solidFill>
                <a:latin typeface="Garet Heavy"/>
                <a:ea typeface="Garet Heavy"/>
                <a:cs typeface="Garet Heavy"/>
                <a:sym typeface="Garet Heavy"/>
              </a:rPr>
              <a:t>Título da Seção do Trabalho (ex: Introdução, Métodos etc.)</a:t>
            </a:r>
          </a:p>
        </p:txBody>
      </p:sp>
      <p:sp>
        <p:nvSpPr>
          <p:cNvPr id="35" name="TextBox 35"/>
          <p:cNvSpPr txBox="1"/>
          <p:nvPr/>
        </p:nvSpPr>
        <p:spPr>
          <a:xfrm>
            <a:off x="1734379" y="3720206"/>
            <a:ext cx="7409621" cy="5232400"/>
          </a:xfrm>
          <a:prstGeom prst="rect">
            <a:avLst/>
          </a:prstGeom>
        </p:spPr>
        <p:txBody>
          <a:bodyPr lIns="0" tIns="0" rIns="0" bIns="0" rtlCol="0" anchor="t">
            <a:spAutoFit/>
          </a:bodyPr>
          <a:lstStyle/>
          <a:p>
            <a:pPr algn="l">
              <a:lnSpc>
                <a:spcPts val="3499"/>
              </a:lnSpc>
              <a:spcBef>
                <a:spcPct val="0"/>
              </a:spcBef>
            </a:pPr>
            <a:r>
              <a:rPr lang="en-US" sz="2499" spc="519">
                <a:solidFill>
                  <a:srgbClr val="392110"/>
                </a:solidFill>
                <a:latin typeface="Lora"/>
                <a:ea typeface="Lora"/>
                <a:cs typeface="Lora"/>
                <a:sym typeface="Lora"/>
              </a:rPr>
              <a:t>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a:t>
            </a:r>
          </a:p>
        </p:txBody>
      </p:sp>
      <p:sp>
        <p:nvSpPr>
          <p:cNvPr id="36" name="TextBox 36"/>
          <p:cNvSpPr txBox="1"/>
          <p:nvPr/>
        </p:nvSpPr>
        <p:spPr>
          <a:xfrm>
            <a:off x="1411260" y="3095366"/>
            <a:ext cx="8353395" cy="400050"/>
          </a:xfrm>
          <a:prstGeom prst="rect">
            <a:avLst/>
          </a:prstGeom>
        </p:spPr>
        <p:txBody>
          <a:bodyPr lIns="0" tIns="0" rIns="0" bIns="0" rtlCol="0" anchor="t">
            <a:spAutoFit/>
          </a:bodyPr>
          <a:lstStyle/>
          <a:p>
            <a:pPr marL="647700" lvl="1" indent="-323850" algn="just">
              <a:lnSpc>
                <a:spcPts val="3000"/>
              </a:lnSpc>
              <a:buFont typeface="Arial"/>
              <a:buChar char="•"/>
            </a:pPr>
            <a:r>
              <a:rPr lang="en-US" sz="3000" b="1">
                <a:solidFill>
                  <a:srgbClr val="593D29"/>
                </a:solidFill>
                <a:latin typeface="Garet Bold"/>
                <a:ea typeface="Garet Bold"/>
                <a:cs typeface="Garet Bold"/>
                <a:sym typeface="Garet Bold"/>
              </a:rPr>
              <a:t>Tópico </a:t>
            </a:r>
          </a:p>
        </p:txBody>
      </p:sp>
      <p:sp>
        <p:nvSpPr>
          <p:cNvPr id="38" name="TextBox 38"/>
          <p:cNvSpPr txBox="1"/>
          <p:nvPr/>
        </p:nvSpPr>
        <p:spPr>
          <a:xfrm>
            <a:off x="9669847" y="3720206"/>
            <a:ext cx="7409621" cy="5232400"/>
          </a:xfrm>
          <a:prstGeom prst="rect">
            <a:avLst/>
          </a:prstGeom>
        </p:spPr>
        <p:txBody>
          <a:bodyPr lIns="0" tIns="0" rIns="0" bIns="0" rtlCol="0" anchor="t">
            <a:spAutoFit/>
          </a:bodyPr>
          <a:lstStyle/>
          <a:p>
            <a:pPr algn="l">
              <a:lnSpc>
                <a:spcPts val="3499"/>
              </a:lnSpc>
              <a:spcBef>
                <a:spcPct val="0"/>
              </a:spcBef>
            </a:pPr>
            <a:r>
              <a:rPr lang="en-US" sz="2499" spc="519">
                <a:solidFill>
                  <a:srgbClr val="392110"/>
                </a:solidFill>
                <a:latin typeface="Lora"/>
                <a:ea typeface="Lora"/>
                <a:cs typeface="Lora"/>
                <a:sym typeface="Lora"/>
              </a:rPr>
              <a:t>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 Texto.</a:t>
            </a:r>
          </a:p>
        </p:txBody>
      </p:sp>
      <p:sp>
        <p:nvSpPr>
          <p:cNvPr id="39" name="TextBox 39"/>
          <p:cNvSpPr txBox="1"/>
          <p:nvPr/>
        </p:nvSpPr>
        <p:spPr>
          <a:xfrm>
            <a:off x="9346729" y="3095366"/>
            <a:ext cx="8353395" cy="400050"/>
          </a:xfrm>
          <a:prstGeom prst="rect">
            <a:avLst/>
          </a:prstGeom>
        </p:spPr>
        <p:txBody>
          <a:bodyPr lIns="0" tIns="0" rIns="0" bIns="0" rtlCol="0" anchor="t">
            <a:spAutoFit/>
          </a:bodyPr>
          <a:lstStyle/>
          <a:p>
            <a:pPr marL="647700" lvl="1" indent="-323850" algn="just">
              <a:lnSpc>
                <a:spcPts val="3000"/>
              </a:lnSpc>
              <a:buFont typeface="Arial"/>
              <a:buChar char="•"/>
            </a:pPr>
            <a:r>
              <a:rPr lang="en-US" sz="3000" b="1">
                <a:solidFill>
                  <a:srgbClr val="593D29"/>
                </a:solidFill>
                <a:latin typeface="Garet Bold"/>
                <a:ea typeface="Garet Bold"/>
                <a:cs typeface="Garet Bold"/>
                <a:sym typeface="Garet Bold"/>
              </a:rPr>
              <a:t>Tópico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
        <p:nvSpPr>
          <p:cNvPr id="33" name="TextBox 33"/>
          <p:cNvSpPr txBox="1"/>
          <p:nvPr/>
        </p:nvSpPr>
        <p:spPr>
          <a:xfrm>
            <a:off x="1872030" y="3414336"/>
            <a:ext cx="10480661" cy="1340716"/>
          </a:xfrm>
          <a:prstGeom prst="rect">
            <a:avLst/>
          </a:prstGeom>
        </p:spPr>
        <p:txBody>
          <a:bodyPr lIns="0" tIns="0" rIns="0" bIns="0" rtlCol="0" anchor="t">
            <a:spAutoFit/>
          </a:bodyPr>
          <a:lstStyle/>
          <a:p>
            <a:pPr marL="0" lvl="0" indent="0" algn="l">
              <a:lnSpc>
                <a:spcPts val="10058"/>
              </a:lnSpc>
            </a:pPr>
            <a:r>
              <a:rPr lang="en-US" sz="10058" b="1">
                <a:solidFill>
                  <a:srgbClr val="392110"/>
                </a:solidFill>
                <a:latin typeface="Garet Ultra-Bold"/>
                <a:ea typeface="Garet Ultra-Bold"/>
                <a:cs typeface="Garet Ultra-Bold"/>
                <a:sym typeface="Garet Ultra-Bold"/>
              </a:rPr>
              <a:t>OBRIGADO(A)!</a:t>
            </a:r>
          </a:p>
        </p:txBody>
      </p:sp>
      <p:grpSp>
        <p:nvGrpSpPr>
          <p:cNvPr id="34" name="Group 34"/>
          <p:cNvGrpSpPr/>
          <p:nvPr/>
        </p:nvGrpSpPr>
        <p:grpSpPr>
          <a:xfrm>
            <a:off x="2289212" y="5286165"/>
            <a:ext cx="8154521" cy="2154111"/>
            <a:chOff x="0" y="0"/>
            <a:chExt cx="10872695" cy="2872148"/>
          </a:xfrm>
        </p:grpSpPr>
        <p:sp>
          <p:nvSpPr>
            <p:cNvPr id="35" name="AutoShape 35"/>
            <p:cNvSpPr/>
            <p:nvPr/>
          </p:nvSpPr>
          <p:spPr>
            <a:xfrm flipH="1" flipV="1">
              <a:off x="2165157" y="0"/>
              <a:ext cx="0" cy="2872148"/>
            </a:xfrm>
            <a:prstGeom prst="line">
              <a:avLst/>
            </a:prstGeom>
            <a:ln w="101600" cap="flat">
              <a:solidFill>
                <a:srgbClr val="40531B"/>
              </a:solidFill>
              <a:prstDash val="solid"/>
              <a:headEnd type="none" w="sm" len="sm"/>
              <a:tailEnd type="none" w="sm" len="sm"/>
            </a:ln>
          </p:spPr>
        </p:sp>
        <p:sp>
          <p:nvSpPr>
            <p:cNvPr id="36" name="Freeform 36"/>
            <p:cNvSpPr/>
            <p:nvPr/>
          </p:nvSpPr>
          <p:spPr>
            <a:xfrm>
              <a:off x="0" y="476275"/>
              <a:ext cx="1765107" cy="1729805"/>
            </a:xfrm>
            <a:custGeom>
              <a:avLst/>
              <a:gdLst/>
              <a:ahLst/>
              <a:cxnLst/>
              <a:rect l="l" t="t" r="r" b="b"/>
              <a:pathLst>
                <a:path w="1765107" h="1729805">
                  <a:moveTo>
                    <a:pt x="0" y="0"/>
                  </a:moveTo>
                  <a:lnTo>
                    <a:pt x="1765107" y="0"/>
                  </a:lnTo>
                  <a:lnTo>
                    <a:pt x="1765107" y="1729805"/>
                  </a:lnTo>
                  <a:lnTo>
                    <a:pt x="0" y="172980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37" name="TextBox 37"/>
            <p:cNvSpPr txBox="1"/>
            <p:nvPr/>
          </p:nvSpPr>
          <p:spPr>
            <a:xfrm>
              <a:off x="2569687" y="85725"/>
              <a:ext cx="8303007" cy="489967"/>
            </a:xfrm>
            <a:prstGeom prst="rect">
              <a:avLst/>
            </a:prstGeom>
          </p:spPr>
          <p:txBody>
            <a:bodyPr lIns="0" tIns="0" rIns="0" bIns="0" rtlCol="0" anchor="t">
              <a:spAutoFit/>
            </a:bodyPr>
            <a:lstStyle/>
            <a:p>
              <a:pPr algn="just">
                <a:lnSpc>
                  <a:spcPts val="2477"/>
                </a:lnSpc>
              </a:pPr>
              <a:r>
                <a:rPr lang="en-US" sz="2881">
                  <a:solidFill>
                    <a:srgbClr val="392110"/>
                  </a:solidFill>
                  <a:latin typeface="Garet"/>
                  <a:ea typeface="Garet"/>
                  <a:cs typeface="Garet"/>
                  <a:sym typeface="Garet"/>
                </a:rPr>
                <a:t>emailAutor1@email.com</a:t>
              </a:r>
            </a:p>
          </p:txBody>
        </p:sp>
        <p:sp>
          <p:nvSpPr>
            <p:cNvPr id="38" name="TextBox 38"/>
            <p:cNvSpPr txBox="1"/>
            <p:nvPr/>
          </p:nvSpPr>
          <p:spPr>
            <a:xfrm>
              <a:off x="2569687" y="851211"/>
              <a:ext cx="8303007" cy="489967"/>
            </a:xfrm>
            <a:prstGeom prst="rect">
              <a:avLst/>
            </a:prstGeom>
          </p:spPr>
          <p:txBody>
            <a:bodyPr lIns="0" tIns="0" rIns="0" bIns="0" rtlCol="0" anchor="t">
              <a:spAutoFit/>
            </a:bodyPr>
            <a:lstStyle/>
            <a:p>
              <a:pPr algn="just">
                <a:lnSpc>
                  <a:spcPts val="2477"/>
                </a:lnSpc>
              </a:pPr>
              <a:r>
                <a:rPr lang="en-US" sz="2881">
                  <a:solidFill>
                    <a:srgbClr val="392110"/>
                  </a:solidFill>
                  <a:latin typeface="Garet"/>
                  <a:ea typeface="Garet"/>
                  <a:cs typeface="Garet"/>
                  <a:sym typeface="Garet"/>
                </a:rPr>
                <a:t>emailAutor2@email.com</a:t>
              </a:r>
            </a:p>
          </p:txBody>
        </p:sp>
        <p:sp>
          <p:nvSpPr>
            <p:cNvPr id="39" name="TextBox 39"/>
            <p:cNvSpPr txBox="1"/>
            <p:nvPr/>
          </p:nvSpPr>
          <p:spPr>
            <a:xfrm>
              <a:off x="2569687" y="1616696"/>
              <a:ext cx="8303007" cy="489967"/>
            </a:xfrm>
            <a:prstGeom prst="rect">
              <a:avLst/>
            </a:prstGeom>
          </p:spPr>
          <p:txBody>
            <a:bodyPr lIns="0" tIns="0" rIns="0" bIns="0" rtlCol="0" anchor="t">
              <a:spAutoFit/>
            </a:bodyPr>
            <a:lstStyle/>
            <a:p>
              <a:pPr algn="just">
                <a:lnSpc>
                  <a:spcPts val="2477"/>
                </a:lnSpc>
              </a:pPr>
              <a:r>
                <a:rPr lang="en-US" sz="2881">
                  <a:solidFill>
                    <a:srgbClr val="392110"/>
                  </a:solidFill>
                  <a:latin typeface="Garet"/>
                  <a:ea typeface="Garet"/>
                  <a:cs typeface="Garet"/>
                  <a:sym typeface="Garet"/>
                </a:rPr>
                <a:t>emailAutor3@email.com</a:t>
              </a:r>
            </a:p>
          </p:txBody>
        </p:sp>
        <p:sp>
          <p:nvSpPr>
            <p:cNvPr id="40" name="TextBox 40"/>
            <p:cNvSpPr txBox="1"/>
            <p:nvPr/>
          </p:nvSpPr>
          <p:spPr>
            <a:xfrm>
              <a:off x="2569687" y="2382182"/>
              <a:ext cx="8303007" cy="489967"/>
            </a:xfrm>
            <a:prstGeom prst="rect">
              <a:avLst/>
            </a:prstGeom>
          </p:spPr>
          <p:txBody>
            <a:bodyPr lIns="0" tIns="0" rIns="0" bIns="0" rtlCol="0" anchor="t">
              <a:spAutoFit/>
            </a:bodyPr>
            <a:lstStyle/>
            <a:p>
              <a:pPr algn="just">
                <a:lnSpc>
                  <a:spcPts val="2477"/>
                </a:lnSpc>
              </a:pPr>
              <a:r>
                <a:rPr lang="en-US" sz="2881">
                  <a:solidFill>
                    <a:srgbClr val="392110"/>
                  </a:solidFill>
                  <a:latin typeface="Garet"/>
                  <a:ea typeface="Garet"/>
                  <a:cs typeface="Garet"/>
                  <a:sym typeface="Garet"/>
                </a:rPr>
                <a:t>emailAutor4@email.com</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Personalizar</PresentationFormat>
  <Paragraphs>0</Paragraphs>
  <Slides>5</Slides>
  <Notes>0</Notes>
  <HiddenSlides>0</HiddenSlides>
  <MMClips>0</MMClips>
  <ScaleCrop>false</ScaleCrop>
  <HeadingPairs>
    <vt:vector size="4" baseType="variant">
      <vt:variant>
        <vt:lpstr>Tema</vt:lpstr>
      </vt:variant>
      <vt:variant>
        <vt:i4>1</vt:i4>
      </vt:variant>
      <vt:variant>
        <vt:lpstr>Títulos de slides</vt:lpstr>
      </vt:variant>
      <vt:variant>
        <vt:i4>5</vt:i4>
      </vt:variant>
    </vt:vector>
  </HeadingPairs>
  <TitlesOfParts>
    <vt:vector size="6" baseType="lpstr">
      <vt:lpstr>Office Theme</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Modelo de Apresentação - II SIEAmb (download)</dc:title>
  <cp:revision>30</cp:revision>
  <dcterms:created xsi:type="dcterms:W3CDTF">2006-08-16T00:00:00Z</dcterms:created>
  <dcterms:modified xsi:type="dcterms:W3CDTF">2026-10-23T15:22:13Z</dcterms:modified>
  <dc:identifier>DAHY1pffX_w</dc:identifier>
</cp:coreProperties>
</file>